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speaker notes
Agentは複数のModel呼び出しを繰り返すため，1回のAPI利用よりCostが増大しやすい．多数のTaskやAgentへ展開すると，Organization全体のCost管理が必要になる．
Usageは実行前の見積もりではなく，API応答後に確定する事後値である．したがってBudget判定は最短でも1 call分遅れる．
Source: cost_governance_experiment_slide_outline_2026-09-03.md,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speaker notes
AGTはModelを実行しない．OpenAI／Claudeから得たCostまたはApplication側算出Costを使って，次のTaskを許可・拒否する．
OpenAIではToken usageを固定価格表でUSD換算した．ClaudeではSDKが返すtotal_cost_usdを利用した．
Organizationは複数AgentのCostを合算して共通上限を適用する論理的な管理範囲であり，Provider契約Organizationそのものではない．
Source: cost_governance_experiment_results_2026-09-03.md lines 2-7, 13-27, 78-111.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speaker notes
OpenAI正常系は2 requests，418 tokens，推定Cost $0.00003385．max_turns=1ではTool実行後に最終回答を生成する次のturnへ進まずMaxTurnsExceededとなり，199 tokens，推定Cost $0.00002115だった．
Claude正常系は2 requests，2,211 tokens，total_cost_usd $0.003782．max_budget_usd=0.002ではbudget_exhaustedとなり，停止時Cost $0.00247，overshoot $0.00047，23.5%だった．
ClaudeのBudget停止時の0 tokensはerror payload上の値であり，実消費0とは解釈しない．OpenAIとClaudeのCost値はいずれもestimateであり，算出主体が異なる．
Source: cost_governance_experiment_results_2026-09-03.md lines 34-37, 50-77.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speaker notes
AGT統合ではOpenAIとClaudeで同じ制御結果になったため，Provider別のTokenやCost詳細ではなく，API実行数で示す．
Normalは4/4実行．Task上限は0/4で全TaskをAPI前に拒否．Agent上限は2/4でagent-aとagent-bの2番目を拒否．Organization上限は1/4でAgentを横断して残り3 taskを拒否．
AGTがProvider Costを自動取得したわけではなく，Application Adapterが実Costまたは算出CostをCostGuardへ渡した．Organizationは今回の実験では1つのCostGuard instanceとして表現した．
Source: cost_governance_experiment_results_2026-09-03.md lines 38-45, 78-111, 112-136.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speaker notes
実験から得た考察は4つ．SDKはrun内部，AGTは次Task開始前を主に制御する．実CostはAPI応答後に確定するため，1 callまたは1 task分はovershootし得る．AGTにはProvider UsageをUSDへ変換して渡すAdapterが必要である．本番ではCostGuardのmemory stateだけでは長期管理に不十分であり，永続LedgerとProvider Billingの照合が必要である．
AGTがあればSDKのBudgetが不要という結論ではない．Claudeのrun内BudgetとAGTのOrganization Budgetは競合ではなく，異なる階層を担当する．
Source: cost_governance_experiment_results_2026-09-03.md lines 13-27, 112-136, 137-144. Source: outline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73152"/>
          </a:xfrm>
          <a:prstGeom prst="rect">
            <a:avLst/>
          </a:prstGeom>
          <a:solidFill>
            <a:srgbClr val="B9D7F0"/>
          </a:solidFill>
          <a:ln w="12700">
            <a:solidFill>
              <a:srgbClr val="B9D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645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Cost Governance 実API実験  /  01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912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AgentのCost Governanceを4つの問いで評価する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" y="653796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Source: ai_agent_governance/docs/cost_governance_experiment_results_2026-09-03.md，cost_governance_experiment_slide_outline_2026-09-03.md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530352" y="123444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Agent loop：1回の利用が複数Model callへ広がる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0352" y="1508760"/>
            <a:ext cx="5257800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288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47088" y="2139696"/>
            <a:ext cx="109728" cy="0"/>
          </a:xfrm>
          <a:prstGeom prst="line">
            <a:avLst/>
          </a:prstGeom>
          <a:noFill/>
          <a:ln w="12700">
            <a:solidFill>
              <a:srgbClr val="3B82C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002536" y="18288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6F8FA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Tool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91256" y="2139696"/>
            <a:ext cx="109728" cy="0"/>
          </a:xfrm>
          <a:prstGeom prst="line">
            <a:avLst/>
          </a:prstGeom>
          <a:noFill/>
          <a:ln w="12700">
            <a:solidFill>
              <a:srgbClr val="3B82C4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346704" y="18288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再判断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35424" y="2139696"/>
            <a:ext cx="109728" cy="0"/>
          </a:xfrm>
          <a:prstGeom prst="line">
            <a:avLst/>
          </a:prstGeom>
          <a:noFill/>
          <a:ln w="12700">
            <a:solidFill>
              <a:srgbClr val="3B82C4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690872" y="18288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6F8FA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Tool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2788920"/>
            <a:ext cx="49834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UsageはAPI応答後に確定する事後値であるため，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「取得できる」ことと「超過を事前に防ぐ」ことは別問題になる．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12344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4つの評価軸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1508760"/>
            <a:ext cx="5120640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719072"/>
            <a:ext cx="5193792" cy="585216"/>
          </a:xfrm>
          <a:prstGeom prst="roundRect">
            <a:avLst>
              <a:gd name="adj" fmla="val 7813"/>
            </a:avLst>
          </a:prstGeom>
          <a:solidFill>
            <a:srgbClr val="EAF4FF"/>
          </a:solidFill>
          <a:ln w="12700">
            <a:solidFill>
              <a:srgbClr val="B9D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1856232"/>
            <a:ext cx="12984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Usage取得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01000" y="1837944"/>
            <a:ext cx="340156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Token数やUSD Costを取得できるか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2505456"/>
            <a:ext cx="5193792" cy="585216"/>
          </a:xfrm>
          <a:prstGeom prst="roundRect">
            <a:avLst>
              <a:gd name="adj" fmla="val 7813"/>
            </a:avLst>
          </a:prstGeom>
          <a:solidFill>
            <a:srgbClr val="F4FAFF"/>
          </a:solidFill>
          <a:ln w="12700">
            <a:solidFill>
              <a:srgbClr val="B9D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2642616"/>
            <a:ext cx="12984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Budget設定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01000" y="2624328"/>
            <a:ext cx="340156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最大turn，Token，USD等の上限を設定できるか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3291840"/>
            <a:ext cx="5193792" cy="585216"/>
          </a:xfrm>
          <a:prstGeom prst="roundRect">
            <a:avLst>
              <a:gd name="adj" fmla="val 7813"/>
            </a:avLst>
          </a:prstGeom>
          <a:solidFill>
            <a:srgbClr val="EAF4FF"/>
          </a:solidFill>
          <a:ln w="12700">
            <a:solidFill>
              <a:srgbClr val="B9D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429000"/>
            <a:ext cx="12984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超過時停止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01000" y="3410712"/>
            <a:ext cx="340156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上限へ達したとき，実行を止められるか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4078224"/>
            <a:ext cx="5193792" cy="585216"/>
          </a:xfrm>
          <a:prstGeom prst="roundRect">
            <a:avLst>
              <a:gd name="adj" fmla="val 7813"/>
            </a:avLst>
          </a:prstGeom>
          <a:solidFill>
            <a:srgbClr val="F4FAFF"/>
          </a:solidFill>
          <a:ln w="12700">
            <a:solidFill>
              <a:srgbClr val="B9D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4215384"/>
            <a:ext cx="12984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管理粒度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01000" y="4197096"/>
            <a:ext cx="340156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run／Task／Agent／Organizationのどこまで管理できるか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77240" y="406908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管理粒度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 → Task → Agent → Organization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6384" y="5074920"/>
            <a:ext cx="10561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本実験では，個別runの性能比較ではなく，Costを把握・制御する仕組みを比較する．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73152"/>
          </a:xfrm>
          <a:prstGeom prst="rect">
            <a:avLst/>
          </a:prstGeom>
          <a:solidFill>
            <a:srgbClr val="B9D7F0"/>
          </a:solidFill>
          <a:ln w="12700">
            <a:solidFill>
              <a:srgbClr val="B9D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645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Cost Governance 実API実験  /  02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912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同じTaskで，SDK単体とAGT統合を比較した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" y="653796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Source: ai_agent_governance/docs/cost_governance_experiment_results_2026-09-03.md，cost_governance_experiment_slide_outline_2026-09-03.md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530352" y="117043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比較対象：SDKはRuntime，AGTは横断Budget Layer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0352" y="1444752"/>
            <a:ext cx="11064240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00200"/>
            <a:ext cx="2880360" cy="365760"/>
          </a:xfrm>
          <a:prstGeom prst="rect">
            <a:avLst/>
          </a:prstGeom>
          <a:solidFill>
            <a:srgbClr val="123552"/>
          </a:solidFill>
          <a:ln>
            <a:solidFill>
              <a:srgbClr val="12355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538728" y="1600200"/>
            <a:ext cx="3291840" cy="365760"/>
          </a:xfrm>
          <a:prstGeom prst="rect">
            <a:avLst/>
          </a:prstGeom>
          <a:solidFill>
            <a:srgbClr val="123552"/>
          </a:solidFill>
          <a:ln>
            <a:solidFill>
              <a:srgbClr val="12355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830568" y="1600200"/>
            <a:ext cx="4709160" cy="365760"/>
          </a:xfrm>
          <a:prstGeom prst="rect">
            <a:avLst/>
          </a:prstGeom>
          <a:solidFill>
            <a:srgbClr val="123552"/>
          </a:solidFill>
          <a:ln>
            <a:solidFill>
              <a:srgbClr val="12355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58368" y="1965960"/>
            <a:ext cx="28803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OpenAI Agents SDK 0.22.0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538728" y="1965960"/>
            <a:ext cx="32918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gpt-5-nano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830568" y="1965960"/>
            <a:ext cx="47091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OpenAI Agent Runtime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58368" y="2331720"/>
            <a:ext cx="2880360" cy="365760"/>
          </a:xfrm>
          <a:prstGeom prst="rect">
            <a:avLst/>
          </a:prstGeom>
          <a:solidFill>
            <a:srgbClr val="F4FAFF"/>
          </a:solidFill>
          <a:ln>
            <a:solidFill>
              <a:srgbClr val="B9D7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Agent SDK 0.2.144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538728" y="2331720"/>
            <a:ext cx="3291840" cy="365760"/>
          </a:xfrm>
          <a:prstGeom prst="rect">
            <a:avLst/>
          </a:prstGeom>
          <a:solidFill>
            <a:srgbClr val="F4FAFF"/>
          </a:solidFill>
          <a:ln>
            <a:solidFill>
              <a:srgbClr val="B9D7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claude-haiku-4-5-20251001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830568" y="2331720"/>
            <a:ext cx="4709160" cy="365760"/>
          </a:xfrm>
          <a:prstGeom prst="rect">
            <a:avLst/>
          </a:prstGeom>
          <a:solidFill>
            <a:srgbClr val="F4FAFF"/>
          </a:solidFill>
          <a:ln>
            <a:solidFill>
              <a:srgbClr val="B9D7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Agent Runtime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58368" y="2697480"/>
            <a:ext cx="28803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AGT 4.1.0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3538728" y="2697480"/>
            <a:ext cx="32918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上記Runtimeと統合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830568" y="2697480"/>
            <a:ext cx="47091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複数Taskを横断するBudget Layer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58368" y="3474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共通Task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3749040"/>
            <a:ext cx="4663440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3913632"/>
            <a:ext cx="4498848" cy="713232"/>
          </a:xfrm>
          <a:prstGeom prst="roundRect">
            <a:avLst>
              <a:gd name="adj" fmla="val 10256"/>
            </a:avLst>
          </a:prstGeom>
          <a:solidFill>
            <a:srgbClr val="EAF4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record_step Toolを1回呼び，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結果を待って「done」と返す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112" y="4864608"/>
            <a:ext cx="4160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外部ServiceやFileは変更しない．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OpenAI／Claudeで同じ意味のToolを使う．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最小TaskにしてAPI Costを抑える．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34747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AGT実験の管理階層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46520" y="3749040"/>
            <a:ext cx="4846320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382219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6F8FA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org-demo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86800" y="4206240"/>
            <a:ext cx="-1280160" cy="41148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86800" y="4206240"/>
            <a:ext cx="1298448" cy="41148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629400" y="4626864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4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agent-a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17152" y="4626864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4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agent-b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36208" y="5358384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task-a-1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16368" y="5358384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task-a-2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942832" y="5358384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task-b-1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222992" y="5358384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task-b-2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06640" y="5010912"/>
            <a:ext cx="-630936" cy="338328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06640" y="5010912"/>
            <a:ext cx="658368" cy="338328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994392" y="5010912"/>
            <a:ext cx="-512064" cy="338328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994392" y="5010912"/>
            <a:ext cx="758952" cy="338328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6537960" y="5870448"/>
            <a:ext cx="5029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Organizationは複数AgentのCostをまとめる論理Scope．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Provider契約Organizationそのものではない．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73152"/>
          </a:xfrm>
          <a:prstGeom prst="rect">
            <a:avLst/>
          </a:prstGeom>
          <a:solidFill>
            <a:srgbClr val="B9D7F0"/>
          </a:solidFill>
          <a:ln w="12700">
            <a:solidFill>
              <a:srgbClr val="B9D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645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Cost Governance 実API実験  /  03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912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SDK単体では，停止できる境界が異なる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" y="653796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Source: ai_agent_governance/docs/cost_governance_experiment_results_2026-09-03.md，cost_governance_experiment_slide_outline_2026-09-03.md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OpenAI Agents SDK：turn制限でAgent loopを止める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1444752"/>
            <a:ext cx="5257800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627632"/>
            <a:ext cx="5166360" cy="4315968"/>
          </a:xfrm>
          <a:prstGeom prst="roundRect">
            <a:avLst>
              <a:gd name="adj" fmla="val 1483"/>
            </a:avLst>
          </a:prstGeom>
          <a:solidFill>
            <a:srgbClr val="F4FAFF"/>
          </a:solidFill>
          <a:ln w="12700">
            <a:solidFill>
              <a:srgbClr val="B9D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901952"/>
            <a:ext cx="7498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84832" y="1901952"/>
            <a:ext cx="2971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418 tokens，推定 $0.00003385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2395728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max_turns=1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2395728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Tool実行後，最終回答前に停止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3154680"/>
            <a:ext cx="118872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Turn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Model判断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76272" y="3419856"/>
            <a:ext cx="402336" cy="0"/>
          </a:xfrm>
          <a:prstGeom prst="line">
            <a:avLst/>
          </a:prstGeom>
          <a:noFill/>
          <a:ln w="12700">
            <a:solidFill>
              <a:srgbClr val="3B82C4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615184" y="3154680"/>
            <a:ext cx="1188720" cy="530352"/>
          </a:xfrm>
          <a:prstGeom prst="roundRect">
            <a:avLst>
              <a:gd name="adj" fmla="val 13793"/>
            </a:avLst>
          </a:prstGeom>
          <a:solidFill>
            <a:srgbClr val="F6F8FA"/>
          </a:solidFill>
          <a:ln>
            <a:solidFill>
              <a:srgbClr val="B9D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Tool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record_step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22192" y="3419856"/>
            <a:ext cx="402336" cy="0"/>
          </a:xfrm>
          <a:prstGeom prst="line">
            <a:avLst/>
          </a:prstGeom>
          <a:noFill/>
          <a:ln w="12700">
            <a:solidFill>
              <a:srgbClr val="3B82C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61104" y="3154680"/>
            <a:ext cx="11430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solidFill>
              <a:srgbClr val="D9877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Turn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最終回答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9664" y="3822192"/>
            <a:ext cx="1353312" cy="0"/>
          </a:xfrm>
          <a:prstGeom prst="line">
            <a:avLst/>
          </a:prstGeom>
          <a:noFill/>
          <a:ln w="12700">
            <a:solidFill>
              <a:srgbClr val="D987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44952" y="4041648"/>
            <a:ext cx="2377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7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max_turns=1ではTurn 2へ進む前に停止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2688" y="4919472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max_turnsはUSD上限ではなく，Agent loopの最大turn数である．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291072" y="1170432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Agent SDK：USD Budgetで停止するが，overshootした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91072" y="1444752"/>
            <a:ext cx="5257800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64224" y="1627632"/>
            <a:ext cx="5166360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B9D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1901952"/>
            <a:ext cx="7498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1901952"/>
            <a:ext cx="3337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2,211 tokens，SDK推定 $0.003782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38544" y="239572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Budget停止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18120" y="2395728"/>
            <a:ext cx="3474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max_budget_usd=$0.002 → $0.00247で停止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720840" y="3246120"/>
            <a:ext cx="43434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3246120"/>
            <a:ext cx="3518154" cy="347472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38994" y="3246120"/>
            <a:ext cx="825246" cy="347472"/>
          </a:xfrm>
          <a:prstGeom prst="rect">
            <a:avLst/>
          </a:prstGeom>
          <a:solidFill>
            <a:srgbClr val="FFEDEB"/>
          </a:solidFill>
          <a:ln w="12700">
            <a:solidFill>
              <a:srgbClr val="FFED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38994" y="3081528"/>
            <a:ext cx="0" cy="676656"/>
          </a:xfrm>
          <a:prstGeom prst="line">
            <a:avLst/>
          </a:prstGeom>
          <a:noFill/>
          <a:ln w="12700">
            <a:solidFill>
              <a:srgbClr val="D987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36074" y="2743200"/>
            <a:ext cx="11887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87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Budget $0.002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0" y="3721608"/>
            <a:ext cx="1097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停止時 $0.00247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89520" y="4160520"/>
            <a:ext cx="2560320" cy="676656"/>
          </a:xfrm>
          <a:prstGeom prst="roundRect">
            <a:avLst>
              <a:gd name="adj" fmla="val 10811"/>
            </a:avLst>
          </a:prstGeom>
          <a:solidFill>
            <a:srgbClr val="FFEDEB"/>
          </a:solidFill>
          <a:ln>
            <a:solidFill>
              <a:srgbClr val="D9877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overshoot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$0.00047（23.5%）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29400" y="5166360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停止できたことと，設定額を厳密に超えないことは別である．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73152"/>
          </a:xfrm>
          <a:prstGeom prst="rect">
            <a:avLst/>
          </a:prstGeom>
          <a:solidFill>
            <a:srgbClr val="B9D7F0"/>
          </a:solidFill>
          <a:ln w="12700">
            <a:solidFill>
              <a:srgbClr val="B9D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645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Cost Governance 実API実験  /  04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912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AGT統合では，次TaskのAPI呼び出しを事前拒否できた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" y="653796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Source: ai_agent_governance/docs/cost_governance_experiment_results_2026-09-03.md，cost_governance_experiment_slide_outline_2026-09-03.md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OpenAI／Claudeで同じ制御結果：API到達Task数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1444752"/>
            <a:ext cx="10972800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37944"/>
            <a:ext cx="1444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Normal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505456" y="173736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EAF8EE"/>
          </a:solidFill>
          <a:ln w="12700">
            <a:solidFill>
              <a:srgbClr val="80BA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81051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72384" y="173736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EAF8EE"/>
          </a:solidFill>
          <a:ln w="12700">
            <a:solidFill>
              <a:srgbClr val="80BA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181051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39312" y="173736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EAF8EE"/>
          </a:solidFill>
          <a:ln w="12700">
            <a:solidFill>
              <a:srgbClr val="80BA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181051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173736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EAF8EE"/>
          </a:solidFill>
          <a:ln w="12700">
            <a:solidFill>
              <a:srgbClr val="80BA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81051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1801368"/>
            <a:ext cx="731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4/4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89320" y="1837944"/>
            <a:ext cx="4480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taskすべて実行，Costを集計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822960" y="2798064"/>
            <a:ext cx="1444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Task上限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505456" y="269748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FFEDEB"/>
          </a:solidFill>
          <a:ln w="12700">
            <a:solidFill>
              <a:srgbClr val="D987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277063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3C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72384" y="269748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FFEDEB"/>
          </a:solidFill>
          <a:ln w="12700">
            <a:solidFill>
              <a:srgbClr val="D987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63824" y="277063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3C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39312" y="269748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FFEDEB"/>
          </a:solidFill>
          <a:ln w="12700">
            <a:solidFill>
              <a:srgbClr val="D987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277063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3C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06240" y="269748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FFEDEB"/>
          </a:solidFill>
          <a:ln w="12700">
            <a:solidFill>
              <a:srgbClr val="D987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277063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3C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2761488"/>
            <a:ext cx="731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0/4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989320" y="2798064"/>
            <a:ext cx="4480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全taskをAPI前に拒否，Cost 0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822960" y="3758184"/>
            <a:ext cx="1444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Agent上限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505456" y="365760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EAF8EE"/>
          </a:solidFill>
          <a:ln w="12700">
            <a:solidFill>
              <a:srgbClr val="80BA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96896" y="373075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72384" y="365760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EAF8EE"/>
          </a:solidFill>
          <a:ln w="12700">
            <a:solidFill>
              <a:srgbClr val="80BA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63824" y="373075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39312" y="365760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FFEDEB"/>
          </a:solidFill>
          <a:ln w="12700">
            <a:solidFill>
              <a:srgbClr val="D9877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30752" y="373075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3C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06240" y="365760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FFEDEB"/>
          </a:solidFill>
          <a:ln w="12700">
            <a:solidFill>
              <a:srgbClr val="D9877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373075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3C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3721608"/>
            <a:ext cx="731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2/4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989320" y="3758184"/>
            <a:ext cx="4480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各Agentの2番目を個別に拒否</a:t>
            </a:r>
            <a:endParaRPr lang="en-US" sz="1230" dirty="0"/>
          </a:p>
        </p:txBody>
      </p:sp>
      <p:sp>
        <p:nvSpPr>
          <p:cNvPr id="43" name="Text 41"/>
          <p:cNvSpPr/>
          <p:nvPr/>
        </p:nvSpPr>
        <p:spPr>
          <a:xfrm>
            <a:off x="822960" y="4718304"/>
            <a:ext cx="1444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Organization上限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2505456" y="461772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EAF8EE"/>
          </a:solidFill>
          <a:ln w="12700">
            <a:solidFill>
              <a:srgbClr val="80BA8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96896" y="469087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72384" y="461772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FFEDEB"/>
          </a:solidFill>
          <a:ln w="12700">
            <a:solidFill>
              <a:srgbClr val="D9877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63824" y="469087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3C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39312" y="461772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FFEDEB"/>
          </a:solidFill>
          <a:ln w="12700">
            <a:solidFill>
              <a:srgbClr val="D9877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0752" y="469087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3C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06240" y="4617720"/>
            <a:ext cx="429768" cy="429768"/>
          </a:xfrm>
          <a:prstGeom prst="roundRect">
            <a:avLst>
              <a:gd name="adj" fmla="val 8511"/>
            </a:avLst>
          </a:prstGeom>
          <a:solidFill>
            <a:srgbClr val="FFEDEB"/>
          </a:solidFill>
          <a:ln w="12700">
            <a:solidFill>
              <a:srgbClr val="D9877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0" y="4690872"/>
            <a:ext cx="2468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3C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83480" y="4681728"/>
            <a:ext cx="731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1/4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989320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Agent横断で残りを拒否</a:t>
            </a:r>
            <a:endParaRPr lang="en-US" sz="1230" dirty="0"/>
          </a:p>
        </p:txBody>
      </p:sp>
      <p:sp>
        <p:nvSpPr>
          <p:cNvPr id="54" name="Shape 52"/>
          <p:cNvSpPr/>
          <p:nvPr/>
        </p:nvSpPr>
        <p:spPr>
          <a:xfrm>
            <a:off x="713232" y="5623560"/>
            <a:ext cx="10835640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7552" y="5779008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check_task(推定Cost)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615184" y="5897880"/>
            <a:ext cx="384048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  <a:headEnd type="none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3593592" y="5779008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allow／deny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221224" y="5897880"/>
            <a:ext cx="384048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  <a:headEnd type="none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6199632" y="5779008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実API Task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827264" y="5897880"/>
            <a:ext cx="384048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  <a:headEnd type="none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8805672" y="5779008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record_cost(実Cost)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86384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DenyされたTaskではProvider APIへ到達しない．</a:t>
            </a:r>
            <a:endParaRPr lang="en-US" sz="1320" dirty="0"/>
          </a:p>
        </p:txBody>
      </p:sp>
      <p:sp>
        <p:nvSpPr>
          <p:cNvPr id="63" name="Text 61"/>
          <p:cNvSpPr/>
          <p:nvPr/>
        </p:nvSpPr>
        <p:spPr>
          <a:xfrm>
            <a:off x="5715000" y="5074920"/>
            <a:ext cx="5394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AGTがProvider Costを自動取得したのではなく，Application AdapterがCostを渡す．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73152"/>
          </a:xfrm>
          <a:prstGeom prst="rect">
            <a:avLst/>
          </a:prstGeom>
          <a:solidFill>
            <a:srgbClr val="B9D7F0"/>
          </a:solidFill>
          <a:ln w="12700">
            <a:solidFill>
              <a:srgbClr val="B9D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645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Cost Governance 実API実験  /  05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912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Cost Governanceは，1つの機能では完結しない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" y="653796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Source: ai_agent_governance/docs/cost_governance_experiment_results_2026-09-03.md，cost_governance_experiment_slide_outline_2026-09-03.md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推奨構成：階層ごとに担当を分ける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1444752"/>
            <a:ext cx="10972800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664208"/>
            <a:ext cx="10149840" cy="713232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B9D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SDKのrun内制限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1837944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max turns／max tokens／Claude USD Budget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1837944"/>
            <a:ext cx="358444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Run内部の暴走を止める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904" y="2414016"/>
            <a:ext cx="0" cy="182880"/>
          </a:xfrm>
          <a:prstGeom prst="line">
            <a:avLst/>
          </a:prstGeom>
          <a:noFill/>
          <a:ln w="12700">
            <a:solidFill>
              <a:srgbClr val="3B82C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05840" y="2651760"/>
            <a:ext cx="10149840" cy="713232"/>
          </a:xfrm>
          <a:prstGeom prst="roundRect">
            <a:avLst>
              <a:gd name="adj" fmla="val 7692"/>
            </a:avLst>
          </a:prstGeom>
          <a:solidFill>
            <a:srgbClr val="F4FAFF"/>
          </a:solidFill>
          <a:ln w="12700">
            <a:solidFill>
              <a:srgbClr val="B9D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AGT等の横断Budget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77640" y="2825496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Task／Agent／Organization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2825496"/>
            <a:ext cx="358444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複数TaskやAgentへの展開を制御する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9904" y="3401568"/>
            <a:ext cx="0" cy="182880"/>
          </a:xfrm>
          <a:prstGeom prst="line">
            <a:avLst/>
          </a:prstGeom>
          <a:noFill/>
          <a:ln w="12700">
            <a:solidFill>
              <a:srgbClr val="3B82C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5840" y="3639312"/>
            <a:ext cx="10149840" cy="713232"/>
          </a:xfrm>
          <a:prstGeom prst="roundRect">
            <a:avLst>
              <a:gd name="adj" fmla="val 7692"/>
            </a:avLst>
          </a:prstGeom>
          <a:solidFill>
            <a:srgbClr val="F6F8FA"/>
          </a:solidFill>
          <a:ln w="12700">
            <a:solidFill>
              <a:srgbClr val="B9D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3803904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永続Cost Ledger／Provider Billing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77640" y="3813048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長期集計／請求照合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3813048"/>
            <a:ext cx="358444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月次・複数process・監査に備える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828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4つの評価軸への回答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4360" y="5102352"/>
            <a:ext cx="10972800" cy="0"/>
          </a:xfrm>
          <a:prstGeom prst="line">
            <a:avLst/>
          </a:prstGeom>
          <a:noFill/>
          <a:ln w="12700">
            <a:solidFill>
              <a:srgbClr val="B9D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5257800"/>
            <a:ext cx="1097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Usage取得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920240" y="5257800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SDKで取得可能．OpenAIはApplication側換算，ClaudeはSDK推定Costも取得．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6318504" y="5257800"/>
            <a:ext cx="1097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Budget設定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52360" y="5257800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OpenAI SDKはturn等，Claude SDKはUSD等．AGTは推定USDの横断上限．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786384" y="5760720"/>
            <a:ext cx="1097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超過時停止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920240" y="5760720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停止境界はcall／task後になり得るため，overshootを前提に設計する．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6318504" y="5760720"/>
            <a:ext cx="1097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管理粒度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52360" y="5760720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SDKはrun中心，AGT統合ではTask／Agent／Organizationを確認．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960120" y="6291072"/>
            <a:ext cx="10241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235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Run内部はSDK，複数Task／Agentの横断管理は外部Budget Layer，正確な長期管理は永続Ledgerで補う．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Governance実験</dc:title>
  <dc:subject>Cost Governance実API実験</dc:subject>
  <dc:creator>OpenAI</dc:creator>
  <cp:lastModifiedBy>OpenAI</cp:lastModifiedBy>
  <cp:revision>1</cp:revision>
  <dcterms:created xsi:type="dcterms:W3CDTF">2026-09-02T18:05:28Z</dcterms:created>
  <dcterms:modified xsi:type="dcterms:W3CDTF">2026-09-02T18:05:28Z</dcterms:modified>
</cp:coreProperties>
</file>